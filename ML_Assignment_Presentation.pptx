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MACHINE LEARNING PRACTICAL ASSIGNMENT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Data Preprocessing &amp; Feature Selection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From Theory to Implementation (From-Scratch Machine Learning Pipeline)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👥 PRESENTED BY GROUP MEMBERS: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1. Chetna Yadav (Roll No: 23001390015) — Part A to D: Problem Formulation, Descriptive Stats, Leakage Prevention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2. Suryansh Gupta (Roll No: 23001390045) — Part E to H: Imputation, Encodings, Outliers, Log Transform &amp; Scaling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3. Shraddha Yadav (Roll No: 23001390041) — Part I to O: Visualizations, 5 Feature Selection Methods &amp;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A: BUSINESS CONTEXT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Problem Statement &amp; Dataset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Chetna Yadav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🎯 Real-World Problem: Employee Attrition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High Business Cost: Replacing an employee costs 50% - 200% of their annual salary due to recruitment, onboarding, and training.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Productivity Loss: Disruption in project timelines, loss of institutional knowledge, and team burnout.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Project Objective: Build a mathematically rigorous, leakage-free data preprocessing and feature selection pipeline from scratch to predict employee turnover.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Target Variable: Attrition (Binary: Yes = 1, No = 0).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Task Formulation: Supervised Binary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📊 Dataset Overview (IBM HR Analytics)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Total Observations: 1,470 employee records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Total Features: 35 features (34 input features + 1 target)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Numerical Features (26): Age, MonthlyIncome, TotalWorkingYears, DistanceFromHome, JobLevel, YearsAtCompany, etc.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Categorical Features (9): Department, JobRole, OverTime, BusinessTravel, MaritalStatus, EducationField, Gender, etc.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Core Methodology: Theory ➔ Formula ➔ From-Scratch Code ➔ Output ➔ Library Verification ➔ Interpretation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B: MATHEMATICAL EXPLORATION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Descriptive Statistics: First Principles vs Library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Chetna Yadav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📐 8 Major Statistics From Scratch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Mean (X̄): X̄ = (1/n) Σ X_i (Sum divided by count)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Median: Middle value of sorted array (50th percentile)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Mode: Value with maximum frequency count in hash map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Min &amp; Max: Iterative linear boundary scan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Range: Max(X) - Min(X)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Variance (σ²): σ² = (1/n) Σ (X_i - X̄)²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Standard Deviation (σ): σ = √(Variance)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• Implementation: 100% pure Python loops &amp; dicts (no library shortcuts).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✅ Exact Benchmark Verification (Age Feature)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10312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55448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From-Scratch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Pandas/NumPy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18.0000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18.0000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60.0000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36.9238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36.9238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36.0000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36.0000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35.0000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35.0000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83.4776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83.4776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9.1366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9.1366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42.0000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42.0000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D, J &amp; K: PIPELINE FOUNDATION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Data Integrity &amp; Data Leakage Prevention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Chetna Yadav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🔍 Integrity &amp; Duplicate Checking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From-Scratch Duplicate Detection: Used hash set of row value tuples (no df.duplicated()). Confirmed 0 duplicate records.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Impossible Value Checks: Verified Age bounds (18 &lt;= Age &lt;= 100) -&gt; 0 violations.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Non-Negative Constraints: Verified MonthlyIncome &gt;= 0 and Experience &gt;= 0 -&gt; 0 violations.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Categorical Consistency: Checked for leading/trailing whitespaces and casing anomalies -&gt; Clean.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🛡️ Preventing Data Leakage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The Flawed Workflow (Incorrect): Entire Dataset ➔ Calculate Mean/Median ➔ Scale ➔ Train-Test Split. (Test set statistics contaminate training).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Our Leakage-Free Workflow (Correct): Raw Dataset ➔ 80/20 Train-Test Split (Scratch Permutation) ➔ Calculate Parameters strictly on Train Set ➔ Apply to Test Set.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Learned Parameters on Train Only: Training Median ($4,919), Training Mean (μ_train), Training Std Dev (σ_train), One-Hot Category vocabulary.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Mathematical Guarantee: Z_test = (X_test - μ_train) / σ_train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C: ROBUST IMPUTATION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Missing Value Handling: Median vs Mean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Suryansh Gupta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⚙️ Missing Value Strategy &amp; Implementation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Identified Missing Features: MonthlyIncome (4% missing) and TotalWorkingYears (3% missing).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Why Median Imputation? MonthlyIncome has high-earning executive outliers and strong right-skewness. Mean is pulled heavily by outliers, whereas Median represents the robust 50th percentile.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From-Scratch Imputer: Calculated manual median on training slice: MonthlyIncome Median = $4,919.00, TotalWorkingYears Median = 10.0 years.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Leakage-Free Imputation: Filled train_df and test_df missing slots strictly using the training median.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📋 Imputation Audit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Missing (Raw)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Train Imputed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Imputed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MonthlyIncome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59 (4.01%)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47 filled ($4,919)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12 filled ($4,919)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TotalWorkingYears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44 (2.99%)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35 filled (10 yrs)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9 filled (10 yrs)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Total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103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0 remaining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</a:defRPr>
                      </a:pPr>
                      <a:r>
                        <a:t>0 remaining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E: FEATURE REPRESENTATION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Categorical Encoding: Label vs One-Hot Encoding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Suryansh Gupta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🏷️ Task E1: Label Encoding From Scratch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Concept: Maps distinct category levels into discrete integers {0, 1, 2, ...}.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Where Applied: Binary target &amp; binary features: Attrition (No=0, Yes=1), OverTime (No=0, Yes=1), Gender (Female=0, Male=1).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Why Avoid on Nominal Multi-Class? Applying Label Encoding to features like Department (Sales=0, R&amp;D=1, HR=2) creates false mathematical ordering (2 &gt; 1 &gt; 0), misleading distance and linear classifiers.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🔥 Task E2: One-Hot Encoding From Scratch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Concept: Transforms nominal categories into orthogonal binary indicator vectors [0, 1].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Implementation: manual_one_hot_encode() loops over categories present strictly in the training slice and generates dummy columns.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Nominal Features Encoded: BusinessTravel (3), Department (3), EducationField (6), JobRole (9), MaritalStatus (3).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• Result: Eliminates false ordinality while maintaining mathematical interpretability.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F &amp; G: DISTRIBUTION OPTIMIZATION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Outlier Detection (IQR vs Z-Score) &amp; Log 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Suryansh Gupta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📦 IQR Method vs Z-Score Method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IQR Formula: IQR = Q3 - Q1 | Limits: [Q1 - 1.5*IQR, Q3 + 1.5*IQR] -&gt; 114 outliers in MonthlyIncome.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Z-Score Formula: Z = (X - μ) / σ | Threshold: |Z| &gt; 3 -&gt; 0 outliers flagged.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Why the Discrepancy? Z-Score is parametric and assumes a normal distribution. Extreme salaries inflate both μ and σ, making Z-score conservative. IQR is non-parametric rank-based.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• Treatment Decision: Retain valid executive salaries + apply Log Transformation to normalize the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📈 Log Transformation: Skewness +1.37 ➔ +0.29</a:t>
            </a:r>
          </a:p>
        </p:txBody>
      </p:sp>
      <p:pic>
        <p:nvPicPr>
          <p:cNvPr id="8" name="Picture 7" descr="06_log_transform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48463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H: SCALING MECHANICS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Feature Scaling: Min-Max Normalization vs Standardization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Suryansh Gupta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011680"/>
                <a:gridCol w="2194560"/>
                <a:gridCol w="228600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Mathematical Formula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 Range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Outlier Sensitivity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Best Suited For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Min-Max 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X' = (X - X_min) / (X_max - X_min)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[0, 1] bounded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High (Outliers compress normal data 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Neural Networks, KNN, K-Means clustering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Standardization (Z-Score)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Z = (X - μ_train) / σ_train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Unbounded (Mean=0, Std=1)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Low (Robust, centers data on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Logistic Regression, SVM, Linear models, PCA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From-Scratch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Learned X_min, X_max, μ, σ strictly from training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Exact match with StandardScaler / MinMaxScaler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Zero Data Leakage 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t>Applied across all 12 continuous features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I: VISUAL ANALYTICS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Exploratory Visualizations &amp; Key Business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Shraddha Yadav</a:t>
            </a:r>
          </a:p>
        </p:txBody>
      </p:sp>
      <p:pic>
        <p:nvPicPr>
          <p:cNvPr id="4" name="Picture 3" descr="02_boxplot_income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017520"/>
          </a:xfrm>
          <a:prstGeom prst="rect">
            <a:avLst/>
          </a:prstGeom>
        </p:spPr>
      </p:pic>
      <p:pic>
        <p:nvPicPr>
          <p:cNvPr id="5" name="Picture 4" descr="03_barchart_department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💡 Analytical Insights from Visualizations: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1. Income &amp; Job Level Disparity: Employees in Job Level 1-2 earning in lower salary bands experience the highest attrition rate.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2. Departmental Turnover: Sales exhibits the highest turnover (~20.6%), followed by HR (~19.0%), whereas R&amp;D has the lowest attrition (~13.8%).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3. OverTime Impact: Working overtime nearly triples employee attrition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M2: FEATURE REDUNDANCY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Pearson Correlation Matrix &amp; Multicollinearity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Shraddha Yadav</a:t>
            </a:r>
          </a:p>
        </p:txBody>
      </p:sp>
      <p:pic>
        <p:nvPicPr>
          <p:cNvPr id="4" name="Picture 3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🔗 Pearson Correlation From Scratch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Mathematical Formula: r = Σ (x - x̄)(y - ȳ) / √[Σ (x - x̄)² Σ (y - ȳ)²]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Severe Multicollinearity Detected: JobLevel and MonthlyIncome have r = 0.950 (extreme collinearity).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Feature Selection Action: Dropped 'JobLevel' to eliminate coefficient instability in linear models while retaining MonthlyIncome.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Secondary Correlation: YearsAtCompany &lt;-&gt; YearsWithCurrManager (r = 0.77).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Critical Note on Pearson: Measures only linear relationships. r = 0 does NOT mean no relationship (relationship could be non-linear).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M: FILTER METHODS IMPLEMENTATION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5 From-Scratch Feature Selection Algorithms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Shraddha Yadav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2286000"/>
                <a:gridCol w="2194560"/>
                <a:gridCol w="2194560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From-Scratch Formula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Application on Dataset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Statistical Result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Library Verification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1. Variance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Var(X) = (1/n) Σ(x_i - x̄)²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EmployeeCount, StandardHours, Over18_Y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Var = 0.000 -&gt; Dropped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100% Exact Match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2. Pearson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 = Cov(X,Y) / (σ_X σ_Y)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MonthlyIncome &lt;-&gt; JobLevel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 = 0.950 -&gt; Dropped JobLevel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100% Match (scipy.stats.pearsonr)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3. Chi-Square (χ²)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χ² = Σ (O - E)² / E, E = (R*C)/N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OverTime vs Attrition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χ² = 62.48, df = 1 (p &lt;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100% Match (chi2_contingency)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4. ANOVA F-Test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 = MSB / MSW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MonthlyIncome vs Attrition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 = 38.45 (p &lt; 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100% Match (scipy.stats.f_oneway)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5. Mutual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MI(X;Y) = H(Y) - H(Y|X)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WorkLifeBalance vs Attrition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MI = 0.012 bits (Entropy reduction)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100% Match (mutual_info_classif)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L &amp; N: PIPELINE ARCHITECTURE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End-to-End Leakage-Free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Shraddha Yadav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🔄 Logical Pipeline Execution Sequence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1. Raw Dataset Ingestion (1,470 x 35)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2. Exploratory Data Auditing &amp; Integrity Checks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3. 80/20 Train-Test Split (Permutation-based)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4. Parameter Extraction strictly on Training Set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5. Median Missing Value Imputation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6. Categorical Encoding (Label &amp; One-Hot)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7. Log Transformation on Skewed Features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8. Feature Scaling (Standardization Z-Score)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9. Feature Selection (Variance, Pearson, Chi2, ANOVA, MI)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</a:defRPr>
            </a:pPr>
            <a:r>
              <a:t>10. ML-Ready Datasets (1,176 Train / 294 Test)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📊 Before vs After Preprocessing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194560"/>
          <a:ext cx="48463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6248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1,470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1,176 Train / 294 Test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35 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46 Selected ML-Ready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103 (Income/Tenure)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 (Imputed via Median)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Zero-Variance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 Constant 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 (All 3 dropped)</a:t>
                      </a:r>
                    </a:p>
                  </a:txBody>
                  <a:tcPr/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Collinear Redundancy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JobLevel (r=0.95)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 (JobLevel dropped)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PART O: DOWNSTREAM EVALUATION</a:t>
            </a:r>
          </a:p>
          <a:p>
            <a:pPr>
              <a:defRPr sz="2400" b="1">
                <a:solidFill>
                  <a:srgbClr val="1A365D"/>
                </a:solidFill>
              </a:defRPr>
            </a:pPr>
            <a:r>
              <a:t>Model Validation: Impact of Feature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411480"/>
            <a:ext cx="246888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🎙️ Shraddha Yadav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  <a:gridCol w="329184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A (All 48 Features)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B (Selected 46 Features)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Practical ML Impact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Number of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48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46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Pruned uninformative &amp; collinear inputs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Training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145.20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125.40 ms (14% faster)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Faster training &amp; reduced memory footprint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86.73%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87.07%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Maintained overall predictive performance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Test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0.6875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0.7200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Higher accuracy on positive attrition alarms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Test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0.4615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Improved detection of minority attrition class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ROC-AUC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0.8120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0.8195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Superior class probability separability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Baseline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Optimized Champion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Higher efficiency with superior generalization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t>🎯 Key Takeaway: Feature selection successfully eliminated noise and multicollinearity while improving classification accuracy, F1-score, and training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000">
                <a:solidFill>
                  <a:srgbClr val="93C5FD"/>
                </a:solidFill>
              </a:defRPr>
            </a:pPr>
            <a:r>
              <a:t>Machine Learning Practical Assignment Demonstration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🔗 GitHub Repository: https://github.com/Chetna015/ML_ASSIGNMENT</a:t>
            </a:r>
          </a:p>
          <a:p>
            <a:pPr algn="ctr">
              <a:spcAft>
                <a:spcPts val="2000"/>
              </a:spcAft>
              <a:defRPr sz="1300">
                <a:solidFill>
                  <a:srgbClr val="E2E8F0"/>
                </a:solidFill>
              </a:defRPr>
            </a:pPr>
            <a:r>
              <a:t>👥 Group: Chetna Yadav (23001390015) | Suryansh Gupta (23001390045) | Shraddha Yadav (23001390041)</a:t>
            </a:r>
          </a:p>
          <a:p>
            <a:pPr algn="ctr">
              <a:defRPr sz="1800" b="1">
                <a:solidFill>
                  <a:srgbClr val="EA580C"/>
                </a:solidFill>
              </a:defRPr>
            </a:pPr>
            <a:r>
              <a:t>❓ Ready for Viva &amp; Demonstration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